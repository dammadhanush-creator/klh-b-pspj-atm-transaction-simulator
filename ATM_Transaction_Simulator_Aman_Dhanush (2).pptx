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dirty="0"/>
              <a:t>ATM </a:t>
            </a:r>
            <a:r>
              <a:t>Transaction Simulator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200"/>
              <a:t>Aman	2620030458</a:t>
            </a:r>
          </a:p>
          <a:p>
            <a:pPr algn="ctr"/>
            <a:r>
              <a:rPr sz="2200"/>
              <a:t>Dhanush	2620090049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The ATM Transaction Simulator is a console-based Java application that models basic ATM operations.</a:t>
            </a:r>
            <a:endParaRPr lang="en-IN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A user enters a demo PIN and can check the balance, deposit money, withdraw money, view transaction history, and save the history to a text file.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The project demonstrates fundamental Java programming, object-oriented design, exception handling, file I/O, collections, lambda expressions, and streams.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Initial demo balance: Rs. 10,000. Demo PIN: 1234. This is an educational simulation, not a real banking system.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Problem: demonstrate the basic flow of an ATM using a simple, menu-driven program.</a:t>
            </a:r>
            <a:endParaRPr lang="en-IN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Inputs: demo PIN, menu choice, and transaction amount.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Processing: validate the PIN and amount; check available balance before withdrawal; update balance and transaction history.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Outputs: status messages, current balance, transaction history, and a saved text file.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Scope/assumptions: one in-memory demo account; no bank network, card reader, database, or real money movement.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CO1 — Primitive types, expressions, and sequential console input/output.</a:t>
            </a:r>
            <a:endParaRPr lang="en-IN"/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Used in code: int for PIN/menu choice, double for balance and amount, and String for transaction type.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Scanner reads user input; System.out.println() displays menus, balances, and status messages.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Expressions update the balance: balance += amount and balance -= amount.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CO2 — Selection and iteration control flow.</a:t>
            </a:r>
            <a:endParaRPr lang="en-IN"/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if / else validates the PIN, checks positive amounts, and prevents withdrawals above the balance.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switch selects the requested ATM operation from the menu.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do-while repeats the menu until the user chooses Exit (option 6).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CO3 — Methods and modular problem solving.</a:t>
            </a:r>
            <a:endParaRPr lang="en-IN"/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Separate methods are used for deposit(), withdraw(), checkBalance(), showHistory(), and saveHistory().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The main() method coordinates input, menu selection, and calls to account operations.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This version uses methods but does not use recursion or array variables.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CO4 — Classes, objects, encapsulation, and exception handling.</a:t>
            </a:r>
            <a:endParaRPr lang="en-IN"/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Transaction stores a transaction type and amount; ATMAccount manages the account state.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ATMAccount keeps balance and history private and exposes operations through public methods.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try-catch handles IOException if transaction history cannot be saved.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CO5 — Strings, library APIs, and file input/output concepts.</a:t>
            </a:r>
            <a:endParaRPr lang="en-IN"/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String values represent transaction types and are combined into readable history entries using toString().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Paths.get() identifies atm_transactions.txt; Files.write() saves history to the file.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StandardOpenOption.CREATE creates the file when needed; APPEND adds records to existing content.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CO6 — Collections, lambda expressions/method references, and streams.</a:t>
            </a:r>
            <a:endParaRPr lang="en-IN"/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ArrayList&lt;Transaction&gt; stores the transaction history dynamically.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history.stream().forEach(System.out::println) displays each transaction using a method reference.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history.stream().map(Object::toString).toList() transforms transactions into strings before saving.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t>Java 16 or later is required for Stream.toList() in this version.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The simulator demonstrates a basic ATM workflow through a menu-driven Java application.</a:t>
            </a:r>
            <a:endParaRPr lang="en-IN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It validates user choices and transaction amounts, updates the demo balance, and records transaction history.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The project connects concepts from CO1 through CO6: basic Java syntax, control flow, methods, OOP, file handling, and collections/streams.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Possible future improvements: multiple accounts, masked PIN input, persistent account balances, unit tests, and a graphical interface.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 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72768"/>
            <a:ext cx="10789920" cy="594360"/>
          </a:xfrm>
        </p:spPr>
        <p:txBody>
          <a:bodyPr wrap="square" lIns="109728" tIns="18288"/>
          <a:lstStyle/>
          <a:p>
            <a:pPr>
              <a:spcAft>
                <a:spcPts val="0"/>
              </a:spcAft>
              <a:defRPr sz="1900">
                <a:solidFill>
                  <a:srgbClr val="232323"/>
                </a:solidFill>
              </a:defRPr>
            </a:pPr>
            <a:r>
              <a:rPr sz="1800"/>
              <a:t>Representative sample console run: PIN accepted, balance checked, deposit recorded, history displayed, and exit.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 descr="atm_sample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1014984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tIns="73152"/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Geo-tagged team photo: insert your original photo with location metadata here.</a:t>
            </a:r>
            <a:endParaRPr lang="en-IN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GitHub repository: add the repository URL after uploading ATMTransactionSimulator.java.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No geo-tagged photo or GitHub URL was provided, so these are left as clearly marked placeholders.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757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ATM Transaction Simulator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dammadhanush123@outlook.com</cp:lastModifiedBy>
  <cp:revision>3</cp:revision>
  <dcterms:created xsi:type="dcterms:W3CDTF">2026-09-15T09:57:10Z</dcterms:created>
  <dcterms:modified xsi:type="dcterms:W3CDTF">2026-10-16T09:10:02Z</dcterms:modified>
</cp:coreProperties>
</file>